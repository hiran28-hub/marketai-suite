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Dairy Milk: The Nutrient-Packed Chocolate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Fueling the Next Generation, One Delicious Bite at a 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Product: Dairy Milk Nutri-Boost</a:t>
            </a:r>
          </a:p>
          <a:p>
            <a:pPr/>
            <a:r>
              <a:t>Mission: Bridging the gap between delicious treats and essential nutrition</a:t>
            </a:r>
          </a:p>
          <a:p>
            <a:pPr/>
            <a:r>
              <a:t>Focus: Providing children with the vitamins they need through the taste they love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Nutritional Deficiencies: Many children lack essential daily vitamins and minerals due to picky eating habits.</a:t>
            </a:r>
          </a:p>
          <a:p>
            <a:pPr/>
            <a:r>
              <a:t>The Junk Food Trap: Standard snacks are high in 'empty calories' and refined sugars, leading to energy crashes.</a:t>
            </a:r>
          </a:p>
          <a:p>
            <a:pPr/>
            <a:r>
              <a:t>Parental Struggle: The constant battle to get kids to consume supplements or healthy foods.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Stealth Health: A premium, creamy chocolate bar that kids crave, fortified with a full spectrum of nutrients.</a:t>
            </a:r>
          </a:p>
          <a:p>
            <a:pPr/>
            <a:r>
              <a:t>Nutrition Reinvented: Infused with Vitamins A, D, B12, and Calcium to support bone growth and immunity.</a:t>
            </a:r>
          </a:p>
          <a:p>
            <a:pPr/>
            <a:r>
              <a:t>Guilt-Free Treats: Parents can finally say 'yes' to chocolate, knowing it contributes to their child's health.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Target Demographic: Parents of children aged 4-12 looking for convenient nutritional solutions.</a:t>
            </a:r>
          </a:p>
          <a:p>
            <a:pPr/>
            <a:r>
              <a:t>Market Growth: The global healthy snack market for kids is projected to reach $60B+ by 2030.</a:t>
            </a:r>
          </a:p>
          <a:p>
            <a:pPr/>
            <a:r>
              <a:t>Gap in Market: Current options are either 'tasty but unhealthy' or 'healthy but bad-tasting vitamins'.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Vitamin-Fortified: Contains 50% of the daily recommended intake of key vitamins per serving.</a:t>
            </a:r>
          </a:p>
          <a:p>
            <a:pPr/>
            <a:r>
              <a:t>Superior Taste: Maintains the iconic rich, creamy Dairy Milk texture and flavor profile.</a:t>
            </a:r>
          </a:p>
          <a:p>
            <a:pPr/>
            <a:r>
              <a:t>Clean Label: No artificial colors, preservatives, or high-fructose corn syrup.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Retail Distribution: Partnering with major grocery chains and convenience stores in the snack aisle.</a:t>
            </a:r>
          </a:p>
          <a:p>
            <a:pPr/>
            <a:r>
              <a:t>Direct-to-Consumer: Subscription-based 'Healthy Snack Packs' delivered monthly to families.</a:t>
            </a:r>
          </a:p>
          <a:p>
            <a:pPr/>
            <a:r>
              <a:t>Scalability: Brand extensions into protein-rich spreads and breakfast-fortified chocolate bars.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Investment: Seeking $1.5M to scale production and launch a national marketing campaign.</a:t>
            </a:r>
          </a:p>
          <a:p>
            <a:pPr/>
            <a:r>
              <a:t>Partnership: Join us in making childhood nutrition accessible and enjoyable for every family.</a:t>
            </a:r>
          </a:p>
          <a:p>
            <a:pPr/>
            <a:r>
              <a:t>Contact: Visit our booth or email us to receive a sample pack and our full financial projections.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