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Dairy Milk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Bringing the 'Glass and a Half' of Joy to the Next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Iconic Treat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 global leader in the confectionery market with a legacy of quality</a:t>
            </a:r>
          </a:p>
          <a:p>
            <a:pPr/>
            <a:r>
              <a:t>Focused on delivering the unique creaminess of real milk chocolate</a:t>
            </a:r>
          </a:p>
          <a:p>
            <a:pPr/>
            <a:r>
              <a:t>Dedicated to making every childhood moment a little bit sweeter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'Snack Gap': Most children's snacks are either overly processed or lack nutritional appeal</a:t>
            </a:r>
          </a:p>
          <a:p>
            <a:pPr/>
            <a:r>
              <a:t>Bland Healthy Alternatives: Kids often reject healthy snacks due to poor taste profiles</a:t>
            </a:r>
          </a:p>
          <a:p>
            <a:pPr/>
            <a:r>
              <a:t>Lack of Trust: Parents struggle to find a reliable, high-quality treat that justifies the indulgence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The 'Glass and a Half' Promise: Using high-quality milk to ensure a superior, creamy taste</a:t>
            </a:r>
          </a:p>
          <a:p>
            <a:pPr/>
            <a:r>
              <a:t>Kid-Centric Flavor: A recipe specifically designed to appeal to the sensitive palates of children</a:t>
            </a:r>
          </a:p>
          <a:p>
            <a:pPr/>
            <a:r>
              <a:t>Permissible Indulgence: A trusted brand that parents feel good about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Children represent the primary demographic for the multi-billion dollar confectionery industry</a:t>
            </a:r>
          </a:p>
          <a:p>
            <a:pPr/>
            <a:r>
              <a:t>Rising demand for 'cleaner' ingredient lists in the chocolate sector</a:t>
            </a:r>
          </a:p>
          <a:p>
            <a:pPr/>
            <a:r>
              <a:t>Untapped potential in ritualizing afternoon snacks as a moment of reward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Signature smooth-melt texture that differentiates it from gritty, low-cost competitors</a:t>
            </a:r>
          </a:p>
          <a:p>
            <a:pPr/>
            <a:r>
              <a:t>Kid-friendly packaging designed for easy opening and portion control</a:t>
            </a:r>
          </a:p>
          <a:p>
            <a:pPr/>
            <a:r>
              <a:t>Sustainably sourced cocoa through the 'Cocoa Life' program, ensuring a better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Mass-market distribution through supermarkets, local grocers, and school-adjacent retail</a:t>
            </a:r>
          </a:p>
          <a:p>
            <a:pPr/>
            <a:r>
              <a:t>Aggressive 'Impulse Buy' strategy via checkout-counter placement</a:t>
            </a:r>
          </a:p>
          <a:p>
            <a:pPr/>
            <a:r>
              <a:t>Tiered pricing model ranging from individual bars to family-sized sharing packs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Partner with us to dominate the childhood snacking category</a:t>
            </a:r>
          </a:p>
          <a:p>
            <a:pPr/>
            <a:r>
              <a:t>Scale our distribution network to reach every neighborhood shop</a:t>
            </a:r>
          </a:p>
          <a:p>
            <a:pPr/>
            <a:r>
              <a:t>Let's invest in the future of joy—one bar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