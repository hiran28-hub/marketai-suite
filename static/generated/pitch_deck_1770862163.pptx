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Dairy Milk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'Glass and a Half' Revolution for Every Child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Dairy Milk: The Ultimate Treat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The world's favorite milk chocolate brand</a:t>
            </a:r>
          </a:p>
          <a:p>
            <a:pPr/>
            <a:r>
              <a:t>Built on the iconic 'Glass and a Half' promise</a:t>
            </a:r>
          </a:p>
          <a:p>
            <a:pPr/>
            <a:r>
              <a:t>Targeting the most influential consumer segment: Children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Bland and unexciting snack options for children</a:t>
            </a:r>
          </a:p>
          <a:p>
            <a:pPr/>
            <a:r>
              <a:t>Many chocolates are too bitter or have a gritty, unappealing texture</a:t>
            </a:r>
          </a:p>
          <a:p>
            <a:pPr/>
            <a:r>
              <a:t>Lack of a 'gold standard' reward that parents and kids agree 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Unrivaled creamy smoothness that melts instantly</a:t>
            </a:r>
          </a:p>
          <a:p>
            <a:pPr/>
            <a:r>
              <a:t>The perfect balance of sweetness and rich milky flavor</a:t>
            </a:r>
          </a:p>
          <a:p>
            <a:pPr/>
            <a:r>
              <a:t>A reliable, high-quality treat that sparks immediate joy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Multi-billion dollar global confectionery market</a:t>
            </a:r>
          </a:p>
          <a:p>
            <a:pPr/>
            <a:r>
              <a:t>Children represent the highest frequency of snack consumption</a:t>
            </a:r>
          </a:p>
          <a:p>
            <a:pPr/>
            <a:r>
              <a:t>High brand loyalty potential: Childhood favorites become lifetime habits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Signature 'Glass and a Half' milk recipe for superior creaminess</a:t>
            </a:r>
          </a:p>
          <a:p>
            <a:pPr/>
            <a:r>
              <a:t>Easy-to-snap segments designed for smaller hands</a:t>
            </a:r>
          </a:p>
          <a:p>
            <a:pPr/>
            <a:r>
              <a:t>Recognizable purple packaging that signals premium quality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Mass-market distribution across retail, convenience, and grocery</a:t>
            </a:r>
          </a:p>
          <a:p>
            <a:pPr/>
            <a:r>
              <a:t>Affordable 'pocket money' price points for high volume</a:t>
            </a:r>
          </a:p>
          <a:p>
            <a:pPr/>
            <a:r>
              <a:t>Seasonal variations and gift-focused product 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Partner with the world's most trusted chocolate brand</a:t>
            </a:r>
          </a:p>
          <a:p>
            <a:pPr/>
            <a:r>
              <a:t>Secure prime shelf placement for the children's market</a:t>
            </a:r>
          </a:p>
          <a:p>
            <a:pPr/>
            <a:r>
              <a:t>Let’s bring a smile to every child, one bar at a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