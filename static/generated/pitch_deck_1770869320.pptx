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Dairy Milk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Glass and a Half of Pure Joy in Every Bite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Dairy Milk: The Ultimate Treat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world's most loved creamy milk chocolate.</a:t>
            </a:r>
          </a:p>
          <a:p>
            <a:pPr/>
            <a:r>
              <a:t>Designed specifically for the taste buds of children.</a:t>
            </a:r>
          </a:p>
          <a:p>
            <a:pPr/>
            <a:r>
              <a:t>Iconic purple branding that signifies quality and fun.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Snack time is often boring and lacks a 'wow' factor.</a:t>
            </a:r>
          </a:p>
          <a:p>
            <a:pPr/>
            <a:r>
              <a:t>Many chocolates are too bitter or have a waxy, unpleasant texture.</a:t>
            </a:r>
          </a:p>
          <a:p>
            <a:pPr/>
            <a:r>
              <a:t>Kids need a reliable reward that feels truly special after school or 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smoothest, milkiest chocolate experience available.</a:t>
            </a:r>
          </a:p>
          <a:p>
            <a:pPr/>
            <a:r>
              <a:t>A recipe focused on high milk content for a gentle, sweet flavor.</a:t>
            </a:r>
          </a:p>
          <a:p>
            <a:pPr/>
            <a:r>
              <a:t>Instant happiness delivered in every single square.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Millions of children globally looking for the perfect lunchbox addition.</a:t>
            </a:r>
          </a:p>
          <a:p>
            <a:pPr/>
            <a:r>
              <a:t>A multi-billion dollar confectionery market driven by youthful cravings.</a:t>
            </a:r>
          </a:p>
          <a:p>
            <a:pPr/>
            <a:r>
              <a:t>High brand loyalty among parents who trust the quality of Dairy Milk.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Unique Selling Point: A 'Glass and a Half' of fresh milk in every bar.</a:t>
            </a:r>
          </a:p>
          <a:p>
            <a:pPr/>
            <a:r>
              <a:t>Velvety smooth texture that melts instantly on the tongue.</a:t>
            </a:r>
          </a:p>
          <a:p>
            <a:pPr/>
            <a:r>
              <a:t>Easy-to-snap blocks designed for small hands and sharing.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Wide availability in grocery stores, convenience shops, and tuck shops.</a:t>
            </a:r>
          </a:p>
          <a:p>
            <a:pPr/>
            <a:r>
              <a:t>Diverse product range: from pocket-money 'treat sizes' to giant bars.</a:t>
            </a:r>
          </a:p>
          <a:p>
            <a:pPr/>
            <a:r>
              <a:t>Strong seasonal growth through holiday-themed shapes and collectible packs.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Find the purple pack in the candy aisle today.</a:t>
            </a:r>
          </a:p>
          <a:p>
            <a:pPr/>
            <a:r>
              <a:t>Unwrap the magic and taste the creamy goodness.</a:t>
            </a:r>
          </a:p>
          <a:p>
            <a:pPr/>
            <a:r>
              <a:t>Share a square and spread the joy!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