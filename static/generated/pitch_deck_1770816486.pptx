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Sphere Charger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360° Power for Every 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Gear Gridlock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Professional photographers struggle with 'cable spaghetti' in studio and field environments</a:t>
            </a:r>
          </a:p>
          <a:p>
            <a:pPr/>
            <a:r>
              <a:t>Traditional flat power strips are bulky and inefficient for multi-angle battery charging</a:t>
            </a:r>
          </a:p>
          <a:p>
            <a:pPr/>
            <a:r>
              <a:t>Limited power outlets often lead to critical downtime during high-stakes shoots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Spherical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Unique 360-degree port distribution allows simultaneous access from any direction</a:t>
            </a:r>
          </a:p>
          <a:p>
            <a:pPr/>
            <a:r>
              <a:t>Compact, aerodynamic design fits perfectly in standard camera bags</a:t>
            </a:r>
          </a:p>
          <a:p>
            <a:pPr/>
            <a:r>
              <a:t>Centralized power hub replaces multiple proprietary chargers with one elegant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Targeting 30M+ professional and enthusiast photographers worldwide</a:t>
            </a:r>
          </a:p>
          <a:p>
            <a:pPr/>
            <a:r>
              <a:t>The global camera accessories market is projected to reach $4 billion by 2030</a:t>
            </a:r>
          </a:p>
          <a:p>
            <a:pPr/>
            <a:r>
              <a:t>High demand for travel-ready, aesthetic gear among digital nomads and creators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Omni-directional USB-C and high-speed DC ports for cameras, drones, and laptops</a:t>
            </a:r>
          </a:p>
          <a:p>
            <a:pPr/>
            <a:r>
              <a:t>Ruggedized, weather-resistant outer shell for extreme outdoor environments</a:t>
            </a:r>
          </a:p>
          <a:p>
            <a:pPr/>
            <a:r>
              <a:t>Integrated LED status ring providing 360° visibility of charging progress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Direct-to-Consumer (DTC) sales via high-margin e-commerce platform</a:t>
            </a:r>
          </a:p>
          <a:p>
            <a:pPr/>
            <a:r>
              <a:t>Strategic partnerships with premium photography retailers (B&amp;H, Adorama)</a:t>
            </a:r>
          </a:p>
          <a:p>
            <a:pPr/>
            <a:r>
              <a:t>Tiered 'Pro-Kit' subscription for early access to modular charging attachments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Seeking $2M in Seed funding to scale manufacturing and global distribution</a:t>
            </a:r>
          </a:p>
          <a:p>
            <a:pPr/>
            <a:r>
              <a:t>Join us in redefining the power architecture for the visual arts industry</a:t>
            </a:r>
          </a:p>
          <a:p>
            <a:pPr/>
            <a:r>
              <a:t>Visit spherecharger.com/invest to view our technical roadmap and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